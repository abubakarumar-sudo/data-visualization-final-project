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temperature (C)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A-104</c:v>
                  </c:pt>
                  <c:pt idx="1">
                    <c:v>A-1041</c:v>
                  </c:pt>
                  <c:pt idx="2">
                    <c:v>A-1042</c:v>
                  </c:pt>
                  <c:pt idx="3">
                    <c:v>A-1043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8.88</c:v>
                </c:pt>
                <c:pt idx="1">
                  <c:v>12.8</c:v>
                </c:pt>
                <c:pt idx="2">
                  <c:v>8.69</c:v>
                </c:pt>
                <c:pt idx="3">
                  <c:v>12.77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 duration (h)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A-104</c:v>
                  </c:pt>
                  <c:pt idx="1">
                    <c:v>A-1041</c:v>
                  </c:pt>
                  <c:pt idx="2">
                    <c:v>A-1042</c:v>
                  </c:pt>
                  <c:pt idx="3">
                    <c:v>A-1043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0.4166666666666667</c:v>
                </c:pt>
                <c:pt idx="2">
                  <c:v>0.4166666666666667</c:v>
                </c:pt>
                <c:pt idx="3">
                  <c:v>0.4166666666666667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CO2 (kg)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A-104</c:v>
                  </c:pt>
                  <c:pt idx="1">
                    <c:v>A-1041</c:v>
                  </c:pt>
                  <c:pt idx="2">
                    <c:v>A-1042</c:v>
                  </c:pt>
                  <c:pt idx="3">
                    <c:v>A-1043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595.863</c:v>
                </c:pt>
                <c:pt idx="1">
                  <c:v>589.552</c:v>
                </c:pt>
                <c:pt idx="2">
                  <c:v>452.621</c:v>
                </c:pt>
                <c:pt idx="3">
                  <c:v>588.416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 readings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A-104</c:v>
                  </c:pt>
                  <c:pt idx="1">
                    <c:v>A-1041</c:v>
                  </c:pt>
                  <c:pt idx="2">
                    <c:v>A-1042</c:v>
                  </c:pt>
                  <c:pt idx="3">
                    <c:v>A-1043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Real-time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8.17</c:v>
                </c:pt>
                <c:pt idx="1">
                  <c:v>8.17</c:v>
                </c:pt>
                <c:pt idx="2">
                  <c:v>8.17</c:v>
                </c:pt>
                <c:pt idx="3">
                  <c:v>8.17</c:v>
                </c:pt>
                <c:pt idx="4">
                  <c:v>8.08</c:v>
                </c:pt>
                <c:pt idx="5">
                  <c:v>8.17</c:v>
                </c:pt>
                <c:pt idx="6">
                  <c:v>8.08</c:v>
                </c:pt>
                <c:pt idx="7">
                  <c:v>8.17</c:v>
                </c:pt>
                <c:pt idx="8">
                  <c:v>8.08</c:v>
                </c:pt>
                <c:pt idx="9">
                  <c:v>8.17</c:v>
                </c:pt>
                <c:pt idx="10">
                  <c:v>8.25</c:v>
                </c:pt>
                <c:pt idx="11">
                  <c:v>8.08</c:v>
                </c:pt>
                <c:pt idx="12">
                  <c:v>8.08</c:v>
                </c:pt>
                <c:pt idx="13">
                  <c:v>8.17</c:v>
                </c:pt>
                <c:pt idx="14">
                  <c:v>8.17</c:v>
                </c:pt>
                <c:pt idx="15">
                  <c:v>8.17</c:v>
                </c:pt>
                <c:pt idx="16">
                  <c:v>8.17</c:v>
                </c:pt>
                <c:pt idx="17">
                  <c:v>8.08</c:v>
                </c:pt>
                <c:pt idx="18">
                  <c:v>8.17</c:v>
                </c:pt>
                <c:pt idx="19">
                  <c:v>8.08</c:v>
                </c:pt>
                <c:pt idx="20">
                  <c:v>8.08</c:v>
                </c:pt>
                <c:pt idx="21">
                  <c:v>8.17</c:v>
                </c:pt>
                <c:pt idx="22">
                  <c:v>8.08</c:v>
                </c:pt>
                <c:pt idx="23">
                  <c:v>8.08</c:v>
                </c:pt>
                <c:pt idx="24">
                  <c:v>8.17</c:v>
                </c:pt>
                <c:pt idx="25">
                  <c:v>8.17</c:v>
                </c:pt>
                <c:pt idx="26">
                  <c:v>8.17</c:v>
                </c:pt>
                <c:pt idx="27">
                  <c:v>8.17</c:v>
                </c:pt>
                <c:pt idx="28">
                  <c:v>8.17</c:v>
                </c:pt>
                <c:pt idx="29">
                  <c:v>8.17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Checkpoint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</a:rPr>
              <a:t>IoT-Enabled Supply Chain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8105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5"/>
                </a:solidFill>
              </a:rPr>
              <a:t>Cold-chain risk detection · environmental visibility · supply-chain transparency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28346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58952" y="29260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10+ analytical questions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07792" y="283464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953512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Plotly-only notebook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48072" y="28346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2B6587"/>
          </a:solidFill>
          <a:ln w="12700">
            <a:solidFill>
              <a:srgbClr val="2B658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193792" y="29260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Streamlit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23E59"/>
          </a:solidFill>
          <a:ln w="12700">
            <a:solidFill>
              <a:srgbClr val="123E5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372600" y="4434840"/>
            <a:ext cx="310896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829800" y="3840480"/>
            <a:ext cx="310896" cy="1673352"/>
          </a:xfrm>
          <a:prstGeom prst="rect">
            <a:avLst/>
          </a:prstGeom>
          <a:solidFill>
            <a:srgbClr val="3D8CC1"/>
          </a:solidFill>
          <a:ln w="12700">
            <a:solidFill>
              <a:srgbClr val="3D8CC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287000" y="4251960"/>
            <a:ext cx="310896" cy="126187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744200" y="3383280"/>
            <a:ext cx="310896" cy="2130552"/>
          </a:xfrm>
          <a:prstGeom prst="rect">
            <a:avLst/>
          </a:prstGeom>
          <a:solidFill>
            <a:srgbClr val="4F9FD1"/>
          </a:solidFill>
          <a:ln w="12700">
            <a:solidFill>
              <a:srgbClr val="4F9FD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5897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Abubakar Umar Dangi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MSc Data Science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>
                <a:solidFill>
                  <a:srgbClr val="F5F5F5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The prototype supports an analytical supply-chain story, but provenance must be transparent.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Brief requirements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5204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Real-world, rich, varied dataset; 10+ analytical questions; Plotly-only explanatory visuals; curated interactive Streamlit dashboard; final presentation exported to PDF.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Current asset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783080"/>
            <a:ext cx="33375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The existing dashboard is a strong Streamlit proof-of-concept: route map, threshold alerts, cumulative CO2, alert log, and detection-latency comparison.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0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Integrity decision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1783080"/>
            <a:ext cx="3154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The uploaded sensor records are labelled simulated_prototype. Final submission should add a verified real-world dataset and keep the prototype as a scenario layer.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9377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580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5367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sensor readings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54680" y="49377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54680" y="5367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shipments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49377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3.86 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5367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avg latency saved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9377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0" y="5367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runs with alerts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A clean separation between raw prototype files, processed analysis tables, notebook, dashboard, and deck.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359152" y="3017520"/>
            <a:ext cx="292608" cy="0"/>
          </a:xfrm>
          <a:prstGeom prst="line">
            <a:avLst/>
          </a:prstGeom>
          <a:noFill/>
          <a:ln w="19050">
            <a:solidFill>
              <a:srgbClr val="C6D9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462272" y="3017520"/>
            <a:ext cx="292608" cy="0"/>
          </a:xfrm>
          <a:prstGeom prst="line">
            <a:avLst/>
          </a:prstGeom>
          <a:noFill/>
          <a:ln w="19050">
            <a:solidFill>
              <a:srgbClr val="C6D9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65392" y="3017520"/>
            <a:ext cx="292608" cy="0"/>
          </a:xfrm>
          <a:prstGeom prst="line">
            <a:avLst/>
          </a:prstGeom>
          <a:noFill/>
          <a:ln w="19050">
            <a:solidFill>
              <a:srgbClr val="C6D9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68512" y="3017520"/>
            <a:ext cx="292608" cy="0"/>
          </a:xfrm>
          <a:prstGeom prst="line">
            <a:avLst/>
          </a:prstGeom>
          <a:noFill/>
          <a:ln w="19050">
            <a:solidFill>
              <a:srgbClr val="C6D9E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14884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2148840"/>
            <a:ext cx="1600200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</a:rPr>
              <a:t>Raw uploads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81635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shipment CSVs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batch_results.json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original dashboard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88920" y="214884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88920" y="2148840"/>
            <a:ext cx="1600200" cy="118872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2608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</a:rPr>
              <a:t>Prepare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6080" y="281635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clean 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summary 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latency experiment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92040" y="214884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92040" y="2148840"/>
            <a:ext cx="1600200" cy="11887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</a:rPr>
              <a:t>Notebook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281635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EDA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10 analytical questions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Plotly figures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95160" y="214884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95160" y="2148840"/>
            <a:ext cx="1600200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232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</a:rPr>
              <a:t>Dashboard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32320" y="281635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curated tabs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filters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interactive visuals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098280" y="214884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98280" y="2148840"/>
            <a:ext cx="1600200" cy="118872"/>
          </a:xfrm>
          <a:prstGeom prst="rect">
            <a:avLst/>
          </a:prstGeom>
          <a:solidFill>
            <a:srgbClr val="8E6C8A"/>
          </a:solidFill>
          <a:ln w="12700">
            <a:solidFill>
              <a:srgbClr val="8E6C8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23544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5"/>
                </a:solidFill>
              </a:rPr>
              <a:t>Presentation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2816352"/>
            <a:ext cx="1325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insights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conclusions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dashboard screenshots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Processed tables created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212080"/>
            <a:ext cx="6400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clean_supply_chain_prototype.csv · shipment_summary_prototype.csv · batch_results.csv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6235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>
                <a:solidFill>
                  <a:srgbClr val="F5F5F5"/>
                </a:solidFill>
              </a:rPr>
              <a:t>Data Preparation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5989320"/>
            <a:ext cx="9966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Add a real-world dataset such as UCI Daily Demand Forecasting Orders or a verified cold-chain sensor dataset, then connect it to the same dashboard architecture.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 risk by shipment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Maximum temperature and unsafe exposure duration identify which shipments need attention.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685800" y="141732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4380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>
                <a:solidFill>
                  <a:srgbClr val="F5F5F5"/>
                </a:solidFill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43800" y="1965960"/>
            <a:ext cx="3429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Risk is not just whether an alert happens. The key is how intense the excursion becomes and how long the shipment stays outside its threshold.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43800" y="3337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Managerial use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43800" y="3703320"/>
            <a:ext cx="3429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Rank shipments for inspection and intervention using maximum temperature, alert duration, and emissions rather than a single alert flag.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Emissions visibility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The prototype links operational movement to environmental impact.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685800" y="141732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903720" y="1417320"/>
          <a:ext cx="4434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623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</a:rPr>
              <a:t>Two operational lenses belong together: climate impact and cold-chain safety. This makes the dashboard useful for both sustainability and quality control.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detection 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Across repeated runs, real-time monitoring detects threshold breaches around 3.86 hours before checkpoint inspection.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graphicFrame>
        <p:nvGraphicFramePr>
          <p:cNvPr id="5" name="Chart 0" descr=""/>
          <p:cNvGraphicFramePr/>
          <p:nvPr/>
        </p:nvGraphicFramePr>
        <p:xfrm>
          <a:off x="685800" y="1325880"/>
          <a:ext cx="7040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66760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3.86 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6676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mean hours saved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66760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100%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366760" y="3584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alert occurrence rate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66760" y="4389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66760" y="4754880"/>
            <a:ext cx="2697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Earlier visibility creates time for corrective action: rerouting, contacting the carrier, checking refrigeration equipment, or prioritizing receiving inspection.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A curated Streamlit app, not a dump of every figure.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417320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5636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5"/>
                </a:solidFill>
              </a:rPr>
              <a:t>Executive Overview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0" y="156362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KPIs, headline trends, summary 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203704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35000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5"/>
                </a:solidFill>
              </a:rPr>
              <a:t>Journey &amp; Sensors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235000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Route map, CO2 accumulation, interval emissions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3136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5"/>
                </a:solidFill>
              </a:rPr>
              <a:t>Alerts &amp; Risk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3136392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Threshold breaches by stage and shipment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776472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39227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5"/>
                </a:solidFill>
              </a:rPr>
              <a:t>Detection Speed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392277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Real-time vs checkpoint comparison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562856"/>
            <a:ext cx="10332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7091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5"/>
                </a:solidFill>
              </a:rPr>
              <a:t>Data Provenance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0" y="470916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Clear disclosure and next dataset step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</a:rPr>
              <a:t>Primary filters: shipment ID · threshold · alert-only toggle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project package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Everything needed to continue the submission workflow has been assembled.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Ready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572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Cleaned prototype datasets, data-preparation script, executable analysis notebook, Streamlit dashboard, README, presentation deck, and zipped project package.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>
                <a:solidFill>
                  <a:srgbClr val="F5F5F5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4937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Add the real-world dataset, re-run the notebook, insert dashboard screenshots, deploy to Streamlit Community Cloud, then export the deck to PDF.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38404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Notebook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37490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68880" y="38404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69080" y="37490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0" y="38404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Deck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374904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8E6C8A"/>
          </a:solidFill>
          <a:ln w="12700">
            <a:solidFill>
              <a:srgbClr val="8E6C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94960" y="3840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GitHub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37490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66560" y="38404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Streamlit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75320" y="37490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38404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PDF submit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5166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One dataset story · ten analytical questions · one interactive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Final Individual Project · Data Visualization · Summer 2026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503152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F5F5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1414"/>
                </a:solidFill>
              </a:rPr>
              <a:t>Interactive Streamlit Dashboard</a:t>
            </a:r>
          </a:p>
        </p:txBody>
      </p:sp>
      <p:pic>
        <p:nvPicPr>
          <p:cNvPr id="3" name="Picture 2" descr="Screenshot (3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365760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5F5"/>
                </a:solidFill>
              </a:rPr>
              <a:t>Executive Overview</a:t>
            </a:r>
          </a:p>
        </p:txBody>
      </p:sp>
      <p:pic>
        <p:nvPicPr>
          <p:cNvPr id="5" name="Picture 4" descr="Screenshot (4)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31520"/>
            <a:ext cx="36576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743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5F5"/>
                </a:solidFill>
              </a:rPr>
              <a:t>Journey &amp; Sensors</a:t>
            </a:r>
          </a:p>
        </p:txBody>
      </p:sp>
      <p:pic>
        <p:nvPicPr>
          <p:cNvPr id="7" name="Picture 6" descr="Screenshot (5)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74720"/>
            <a:ext cx="365760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5F5"/>
                </a:solidFill>
              </a:rPr>
              <a:t>Alerts &amp; Risk</a:t>
            </a:r>
          </a:p>
        </p:txBody>
      </p:sp>
      <p:pic>
        <p:nvPicPr>
          <p:cNvPr id="9" name="Picture 8" descr="Screenshot (6)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74720"/>
            <a:ext cx="365760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5486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5F5"/>
                </a:solidFill>
              </a:rPr>
              <a:t>Detection Speed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 Visualization · Summer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IoT-Enabled Supply Chain Monitoring</dc:title>
  <dc:subject>Data Visualization Final Project</dc:subject>
  <dc:creator>Abubakar Umar Dangi</dc:creator>
  <cp:lastModifiedBy>Abubakar Umar Dangi</cp:lastModifiedBy>
  <cp:revision>1</cp:revision>
  <dcterms:created xsi:type="dcterms:W3CDTF">2026-07-28T13:07:14Z</dcterms:created>
  <dcterms:modified xsi:type="dcterms:W3CDTF">2026-07-28T13:07:14Z</dcterms:modified>
</cp:coreProperties>
</file>