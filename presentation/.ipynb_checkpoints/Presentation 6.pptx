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B4DD7B-9B98-3511-8502-B97CFA32202C}" v="134" dt="2026-07-28T15:00:09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ubakar Dangi Umar" userId="S::abubakar.umar@ue-germany.de::a1ce9336-283f-4d21-9740-cdb875ed2da0" providerId="AD" clId="Web-{ECB4DD7B-9B98-3511-8502-B97CFA32202C}"/>
    <pc:docChg chg="addSld modSld">
      <pc:chgData name="Abubakar Dangi Umar" userId="S::abubakar.umar@ue-germany.de::a1ce9336-283f-4d21-9740-cdb875ed2da0" providerId="AD" clId="Web-{ECB4DD7B-9B98-3511-8502-B97CFA32202C}" dt="2026-07-28T15:00:21.748" v="177"/>
      <pc:docMkLst>
        <pc:docMk/>
      </pc:docMkLst>
      <pc:sldChg chg="addSp delSp modSp mod setBg">
        <pc:chgData name="Abubakar Dangi Umar" userId="S::abubakar.umar@ue-germany.de::a1ce9336-283f-4d21-9740-cdb875ed2da0" providerId="AD" clId="Web-{ECB4DD7B-9B98-3511-8502-B97CFA32202C}" dt="2026-07-28T15:00:21.748" v="177"/>
        <pc:sldMkLst>
          <pc:docMk/>
          <pc:sldMk cId="109857222" sldId="256"/>
        </pc:sldMkLst>
        <pc:spChg chg="mod">
          <ac:chgData name="Abubakar Dangi Umar" userId="S::abubakar.umar@ue-germany.de::a1ce9336-283f-4d21-9740-cdb875ed2da0" providerId="AD" clId="Web-{ECB4DD7B-9B98-3511-8502-B97CFA32202C}" dt="2026-07-28T15:00:21.748" v="1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bubakar Dangi Umar" userId="S::abubakar.umar@ue-germany.de::a1ce9336-283f-4d21-9740-cdb875ed2da0" providerId="AD" clId="Web-{ECB4DD7B-9B98-3511-8502-B97CFA32202C}" dt="2026-07-28T15:00:21.748" v="17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5:00:21.748" v="177"/>
          <ac:spMkLst>
            <pc:docMk/>
            <pc:sldMk cId="109857222" sldId="256"/>
            <ac:spMk id="8" creationId="{4D24BFD5-D814-402B-B6C4-EEF6AE14B0F2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5:00:21.748" v="177"/>
          <ac:spMkLst>
            <pc:docMk/>
            <pc:sldMk cId="109857222" sldId="256"/>
            <ac:spMk id="10" creationId="{36FED7E8-9A97-475F-9FA4-113410D4433B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5:00:21.748" v="177"/>
          <ac:spMkLst>
            <pc:docMk/>
            <pc:sldMk cId="109857222" sldId="256"/>
            <ac:spMk id="12" creationId="{2A39B854-4B6C-4F7F-A602-6F97770CED70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5:00:21.748" v="177"/>
          <ac:spMkLst>
            <pc:docMk/>
            <pc:sldMk cId="109857222" sldId="256"/>
            <ac:spMk id="17" creationId="{F12E7CC5-C78B-4EBD-9565-3FA00FAA6CF2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5:00:21.748" v="177"/>
          <ac:spMkLst>
            <pc:docMk/>
            <pc:sldMk cId="109857222" sldId="256"/>
            <ac:spMk id="19" creationId="{3A4529A5-F675-429F-8044-01372BB13422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5:00:21.748" v="177"/>
          <ac:spMkLst>
            <pc:docMk/>
            <pc:sldMk cId="109857222" sldId="256"/>
            <ac:spMk id="21" creationId="{32C5B66D-E390-4A14-AB60-69626CBF294E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5:00:21.748" v="177"/>
          <ac:spMkLst>
            <pc:docMk/>
            <pc:sldMk cId="109857222" sldId="256"/>
            <ac:spMk id="23" creationId="{646273DA-F933-4D17-A5FE-B1EF87FD7A20}"/>
          </ac:spMkLst>
        </pc:spChg>
      </pc:sldChg>
      <pc:sldChg chg="addSp modSp new mod setBg">
        <pc:chgData name="Abubakar Dangi Umar" userId="S::abubakar.umar@ue-germany.de::a1ce9336-283f-4d21-9740-cdb875ed2da0" providerId="AD" clId="Web-{ECB4DD7B-9B98-3511-8502-B97CFA32202C}" dt="2026-07-28T14:59:06.902" v="167"/>
        <pc:sldMkLst>
          <pc:docMk/>
          <pc:sldMk cId="289607397" sldId="257"/>
        </pc:sldMkLst>
        <pc:spChg chg="mod">
          <ac:chgData name="Abubakar Dangi Umar" userId="S::abubakar.umar@ue-germany.de::a1ce9336-283f-4d21-9740-cdb875ed2da0" providerId="AD" clId="Web-{ECB4DD7B-9B98-3511-8502-B97CFA32202C}" dt="2026-07-28T14:59:06.902" v="167"/>
          <ac:spMkLst>
            <pc:docMk/>
            <pc:sldMk cId="289607397" sldId="257"/>
            <ac:spMk id="2" creationId="{EA275BF7-AD92-65B3-8D9B-5945D3B4B3A1}"/>
          </ac:spMkLst>
        </pc:spChg>
        <pc:spChg chg="mod">
          <ac:chgData name="Abubakar Dangi Umar" userId="S::abubakar.umar@ue-germany.de::a1ce9336-283f-4d21-9740-cdb875ed2da0" providerId="AD" clId="Web-{ECB4DD7B-9B98-3511-8502-B97CFA32202C}" dt="2026-07-28T14:59:06.902" v="167"/>
          <ac:spMkLst>
            <pc:docMk/>
            <pc:sldMk cId="289607397" sldId="257"/>
            <ac:spMk id="3" creationId="{D9E8645E-1123-98E8-0ACC-71C7247192B8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4:59:06.902" v="167"/>
          <ac:spMkLst>
            <pc:docMk/>
            <pc:sldMk cId="289607397" sldId="257"/>
            <ac:spMk id="8" creationId="{100EDD19-6802-4EC3-95CE-CFFAB042CFD6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4:59:06.902" v="167"/>
          <ac:spMkLst>
            <pc:docMk/>
            <pc:sldMk cId="289607397" sldId="257"/>
            <ac:spMk id="10" creationId="{DB17E863-922E-4C26-BD64-E8FD41D28661}"/>
          </ac:spMkLst>
        </pc:spChg>
      </pc:sldChg>
      <pc:sldChg chg="addSp modSp new mod setBg">
        <pc:chgData name="Abubakar Dangi Umar" userId="S::abubakar.umar@ue-germany.de::a1ce9336-283f-4d21-9740-cdb875ed2da0" providerId="AD" clId="Web-{ECB4DD7B-9B98-3511-8502-B97CFA32202C}" dt="2026-07-28T14:59:18.308" v="168"/>
        <pc:sldMkLst>
          <pc:docMk/>
          <pc:sldMk cId="1787351987" sldId="258"/>
        </pc:sldMkLst>
        <pc:spChg chg="mod">
          <ac:chgData name="Abubakar Dangi Umar" userId="S::abubakar.umar@ue-germany.de::a1ce9336-283f-4d21-9740-cdb875ed2da0" providerId="AD" clId="Web-{ECB4DD7B-9B98-3511-8502-B97CFA32202C}" dt="2026-07-28T14:59:18.308" v="168"/>
          <ac:spMkLst>
            <pc:docMk/>
            <pc:sldMk cId="1787351987" sldId="258"/>
            <ac:spMk id="2" creationId="{D50031FD-B293-7C4D-901E-85B0408C437D}"/>
          </ac:spMkLst>
        </pc:spChg>
        <pc:spChg chg="mod">
          <ac:chgData name="Abubakar Dangi Umar" userId="S::abubakar.umar@ue-germany.de::a1ce9336-283f-4d21-9740-cdb875ed2da0" providerId="AD" clId="Web-{ECB4DD7B-9B98-3511-8502-B97CFA32202C}" dt="2026-07-28T14:59:18.308" v="168"/>
          <ac:spMkLst>
            <pc:docMk/>
            <pc:sldMk cId="1787351987" sldId="258"/>
            <ac:spMk id="3" creationId="{E7185210-19F2-6CB6-E4D5-13C4F7A4186B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4:59:18.308" v="168"/>
          <ac:spMkLst>
            <pc:docMk/>
            <pc:sldMk cId="1787351987" sldId="258"/>
            <ac:spMk id="8" creationId="{7C32DF3D-3F59-481D-A237-77C31AD492C1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4:59:18.308" v="168"/>
          <ac:spMkLst>
            <pc:docMk/>
            <pc:sldMk cId="1787351987" sldId="258"/>
            <ac:spMk id="10" creationId="{32F02326-30C4-4095-988F-932A425AE2DA}"/>
          </ac:spMkLst>
        </pc:spChg>
      </pc:sldChg>
      <pc:sldChg chg="addSp modSp new mod setBg">
        <pc:chgData name="Abubakar Dangi Umar" userId="S::abubakar.umar@ue-germany.de::a1ce9336-283f-4d21-9740-cdb875ed2da0" providerId="AD" clId="Web-{ECB4DD7B-9B98-3511-8502-B97CFA32202C}" dt="2026-07-28T14:59:24.590" v="169"/>
        <pc:sldMkLst>
          <pc:docMk/>
          <pc:sldMk cId="4144124691" sldId="259"/>
        </pc:sldMkLst>
        <pc:spChg chg="mod">
          <ac:chgData name="Abubakar Dangi Umar" userId="S::abubakar.umar@ue-germany.de::a1ce9336-283f-4d21-9740-cdb875ed2da0" providerId="AD" clId="Web-{ECB4DD7B-9B98-3511-8502-B97CFA32202C}" dt="2026-07-28T14:59:24.590" v="169"/>
          <ac:spMkLst>
            <pc:docMk/>
            <pc:sldMk cId="4144124691" sldId="259"/>
            <ac:spMk id="2" creationId="{C900A6B0-F36B-D0BE-4EB4-07AEE5499306}"/>
          </ac:spMkLst>
        </pc:spChg>
        <pc:spChg chg="mod">
          <ac:chgData name="Abubakar Dangi Umar" userId="S::abubakar.umar@ue-germany.de::a1ce9336-283f-4d21-9740-cdb875ed2da0" providerId="AD" clId="Web-{ECB4DD7B-9B98-3511-8502-B97CFA32202C}" dt="2026-07-28T14:59:24.590" v="169"/>
          <ac:spMkLst>
            <pc:docMk/>
            <pc:sldMk cId="4144124691" sldId="259"/>
            <ac:spMk id="3" creationId="{A14815D1-6FAD-076E-E635-719408190219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4:59:24.590" v="169"/>
          <ac:spMkLst>
            <pc:docMk/>
            <pc:sldMk cId="4144124691" sldId="259"/>
            <ac:spMk id="8" creationId="{100EDD19-6802-4EC3-95CE-CFFAB042CFD6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4:59:24.590" v="169"/>
          <ac:spMkLst>
            <pc:docMk/>
            <pc:sldMk cId="4144124691" sldId="259"/>
            <ac:spMk id="10" creationId="{DB17E863-922E-4C26-BD64-E8FD41D28661}"/>
          </ac:spMkLst>
        </pc:spChg>
      </pc:sldChg>
      <pc:sldChg chg="addSp delSp modSp new mod setBg">
        <pc:chgData name="Abubakar Dangi Umar" userId="S::abubakar.umar@ue-germany.de::a1ce9336-283f-4d21-9740-cdb875ed2da0" providerId="AD" clId="Web-{ECB4DD7B-9B98-3511-8502-B97CFA32202C}" dt="2026-07-28T14:59:28.684" v="170"/>
        <pc:sldMkLst>
          <pc:docMk/>
          <pc:sldMk cId="1735244803" sldId="260"/>
        </pc:sldMkLst>
        <pc:spChg chg="mod">
          <ac:chgData name="Abubakar Dangi Umar" userId="S::abubakar.umar@ue-germany.de::a1ce9336-283f-4d21-9740-cdb875ed2da0" providerId="AD" clId="Web-{ECB4DD7B-9B98-3511-8502-B97CFA32202C}" dt="2026-07-28T14:59:28.684" v="170"/>
          <ac:spMkLst>
            <pc:docMk/>
            <pc:sldMk cId="1735244803" sldId="260"/>
            <ac:spMk id="2" creationId="{F09A4D9C-EA3E-5191-8C30-025D04F68611}"/>
          </ac:spMkLst>
        </pc:spChg>
        <pc:spChg chg="mod ord">
          <ac:chgData name="Abubakar Dangi Umar" userId="S::abubakar.umar@ue-germany.de::a1ce9336-283f-4d21-9740-cdb875ed2da0" providerId="AD" clId="Web-{ECB4DD7B-9B98-3511-8502-B97CFA32202C}" dt="2026-07-28T14:59:28.684" v="170"/>
          <ac:spMkLst>
            <pc:docMk/>
            <pc:sldMk cId="1735244803" sldId="260"/>
            <ac:spMk id="3" creationId="{180CCE69-6AE1-D9C3-4BE9-CBD55C04277A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4:56:36.772" v="141"/>
          <ac:spMkLst>
            <pc:docMk/>
            <pc:sldMk cId="1735244803" sldId="260"/>
            <ac:spMk id="9" creationId="{56688E73-49B9-4052-A836-D248C825D70D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4:56:36.772" v="141"/>
          <ac:spMkLst>
            <pc:docMk/>
            <pc:sldMk cId="1735244803" sldId="260"/>
            <ac:spMk id="11" creationId="{5B6AEE0C-07FE-4154-BC7C-2F20530BC556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4:57:00.210" v="146"/>
          <ac:spMkLst>
            <pc:docMk/>
            <pc:sldMk cId="1735244803" sldId="260"/>
            <ac:spMk id="13" creationId="{E81BF4F6-F2CF-4984-9D14-D6966D92F99F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4:57:00.194" v="145"/>
          <ac:spMkLst>
            <pc:docMk/>
            <pc:sldMk cId="1735244803" sldId="260"/>
            <ac:spMk id="18" creationId="{0D7B6173-1D58-48E2-83CF-37350F315F75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4:57:00.194" v="145"/>
          <ac:spMkLst>
            <pc:docMk/>
            <pc:sldMk cId="1735244803" sldId="260"/>
            <ac:spMk id="20" creationId="{8B068B58-6F94-4AFF-A8A7-18573884D6CD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4:57:00.194" v="145"/>
          <ac:spMkLst>
            <pc:docMk/>
            <pc:sldMk cId="1735244803" sldId="260"/>
            <ac:spMk id="24" creationId="{21BDEC81-16A7-4451-B893-C15000083B77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4:57:00.194" v="145"/>
          <ac:spMkLst>
            <pc:docMk/>
            <pc:sldMk cId="1735244803" sldId="260"/>
            <ac:spMk id="26" creationId="{BE5B028C-7535-45E5-9D2C-32C50D0E0E43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4:57:24.695" v="151"/>
          <ac:spMkLst>
            <pc:docMk/>
            <pc:sldMk cId="1735244803" sldId="260"/>
            <ac:spMk id="28" creationId="{352BEC0E-22F8-46D0-9632-375DB541B06C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4:57:24.695" v="151"/>
          <ac:spMkLst>
            <pc:docMk/>
            <pc:sldMk cId="1735244803" sldId="260"/>
            <ac:spMk id="29" creationId="{3FCFB1DE-0B7E-48CC-BA90-B2AB0889F9D6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4:59:28.684" v="170"/>
          <ac:spMkLst>
            <pc:docMk/>
            <pc:sldMk cId="1735244803" sldId="260"/>
            <ac:spMk id="39" creationId="{352BEC0E-22F8-46D0-9632-375DB541B06C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4:59:28.684" v="170"/>
          <ac:spMkLst>
            <pc:docMk/>
            <pc:sldMk cId="1735244803" sldId="260"/>
            <ac:spMk id="41" creationId="{3FCFB1DE-0B7E-48CC-BA90-B2AB0889F9D6}"/>
          </ac:spMkLst>
        </pc:spChg>
        <pc:picChg chg="add mod ord">
          <ac:chgData name="Abubakar Dangi Umar" userId="S::abubakar.umar@ue-germany.de::a1ce9336-283f-4d21-9740-cdb875ed2da0" providerId="AD" clId="Web-{ECB4DD7B-9B98-3511-8502-B97CFA32202C}" dt="2026-07-28T14:59:28.684" v="170"/>
          <ac:picMkLst>
            <pc:docMk/>
            <pc:sldMk cId="1735244803" sldId="260"/>
            <ac:picMk id="4" creationId="{A418FE22-DDD5-CACE-E0CE-501599421DD9}"/>
          </ac:picMkLst>
        </pc:picChg>
        <pc:picChg chg="add mod">
          <ac:chgData name="Abubakar Dangi Umar" userId="S::abubakar.umar@ue-germany.de::a1ce9336-283f-4d21-9740-cdb875ed2da0" providerId="AD" clId="Web-{ECB4DD7B-9B98-3511-8502-B97CFA32202C}" dt="2026-07-28T14:59:28.684" v="170"/>
          <ac:picMkLst>
            <pc:docMk/>
            <pc:sldMk cId="1735244803" sldId="260"/>
            <ac:picMk id="5" creationId="{F2916B70-CCD1-5897-9828-4DC4BAAD97BA}"/>
          </ac:picMkLst>
        </pc:picChg>
        <pc:picChg chg="add del">
          <ac:chgData name="Abubakar Dangi Umar" userId="S::abubakar.umar@ue-germany.de::a1ce9336-283f-4d21-9740-cdb875ed2da0" providerId="AD" clId="Web-{ECB4DD7B-9B98-3511-8502-B97CFA32202C}" dt="2026-07-28T14:57:00.194" v="145"/>
          <ac:picMkLst>
            <pc:docMk/>
            <pc:sldMk cId="1735244803" sldId="260"/>
            <ac:picMk id="22" creationId="{B0DAC8FB-A162-44E3-A606-C855A03A5B09}"/>
          </ac:picMkLst>
        </pc:picChg>
        <pc:cxnChg chg="add del">
          <ac:chgData name="Abubakar Dangi Umar" userId="S::abubakar.umar@ue-germany.de::a1ce9336-283f-4d21-9740-cdb875ed2da0" providerId="AD" clId="Web-{ECB4DD7B-9B98-3511-8502-B97CFA32202C}" dt="2026-07-28T14:59:28.684" v="170"/>
          <ac:cxnSpMkLst>
            <pc:docMk/>
            <pc:sldMk cId="1735244803" sldId="260"/>
            <ac:cxnSpMk id="34" creationId="{8C670C15-4E55-021E-79EA-BFCE4A460DFD}"/>
          </ac:cxnSpMkLst>
        </pc:cxnChg>
      </pc:sldChg>
      <pc:sldChg chg="addSp delSp modSp new mod setBg">
        <pc:chgData name="Abubakar Dangi Umar" userId="S::abubakar.umar@ue-germany.de::a1ce9336-283f-4d21-9740-cdb875ed2da0" providerId="AD" clId="Web-{ECB4DD7B-9B98-3511-8502-B97CFA32202C}" dt="2026-07-28T14:57:50.587" v="156"/>
        <pc:sldMkLst>
          <pc:docMk/>
          <pc:sldMk cId="1533725226" sldId="261"/>
        </pc:sldMkLst>
        <pc:spChg chg="mod">
          <ac:chgData name="Abubakar Dangi Umar" userId="S::abubakar.umar@ue-germany.de::a1ce9336-283f-4d21-9740-cdb875ed2da0" providerId="AD" clId="Web-{ECB4DD7B-9B98-3511-8502-B97CFA32202C}" dt="2026-07-28T14:57:50.587" v="156"/>
          <ac:spMkLst>
            <pc:docMk/>
            <pc:sldMk cId="1533725226" sldId="261"/>
            <ac:spMk id="2" creationId="{E6E4A774-2492-427D-E13C-2006244B9B9E}"/>
          </ac:spMkLst>
        </pc:spChg>
        <pc:spChg chg="add del mod">
          <ac:chgData name="Abubakar Dangi Umar" userId="S::abubakar.umar@ue-germany.de::a1ce9336-283f-4d21-9740-cdb875ed2da0" providerId="AD" clId="Web-{ECB4DD7B-9B98-3511-8502-B97CFA32202C}" dt="2026-07-28T14:57:50.587" v="156"/>
          <ac:spMkLst>
            <pc:docMk/>
            <pc:sldMk cId="1533725226" sldId="261"/>
            <ac:spMk id="3" creationId="{E1E87F6E-72A7-6D5C-94D9-071E893905D0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4:57:50.587" v="156"/>
          <ac:spMkLst>
            <pc:docMk/>
            <pc:sldMk cId="1533725226" sldId="261"/>
            <ac:spMk id="8" creationId="{100EDD19-6802-4EC3-95CE-CFFAB042CFD6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4:57:45.696" v="153"/>
          <ac:spMkLst>
            <pc:docMk/>
            <pc:sldMk cId="1533725226" sldId="261"/>
            <ac:spMk id="9" creationId="{C0763A76-9F1C-4FC5-82B7-DD475DA461B2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4:57:50.587" v="156"/>
          <ac:spMkLst>
            <pc:docMk/>
            <pc:sldMk cId="1533725226" sldId="261"/>
            <ac:spMk id="10" creationId="{DB17E863-922E-4C26-BD64-E8FD41D28661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4:57:45.696" v="153"/>
          <ac:spMkLst>
            <pc:docMk/>
            <pc:sldMk cId="1533725226" sldId="261"/>
            <ac:spMk id="11" creationId="{E81BF4F6-F2CF-4984-9D14-D6966D92F99F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4:57:50.587" v="155"/>
          <ac:spMkLst>
            <pc:docMk/>
            <pc:sldMk cId="1533725226" sldId="261"/>
            <ac:spMk id="13" creationId="{AAD0DBB9-1A4B-4391-81D4-CB19F9AB918A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4:57:50.587" v="155"/>
          <ac:spMkLst>
            <pc:docMk/>
            <pc:sldMk cId="1533725226" sldId="261"/>
            <ac:spMk id="14" creationId="{BACC6370-2D7E-4714-9D71-7542949D7D5D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4:57:50.587" v="155"/>
          <ac:spMkLst>
            <pc:docMk/>
            <pc:sldMk cId="1533725226" sldId="261"/>
            <ac:spMk id="15" creationId="{063BBA22-50EA-4C4D-BE05-F1CE4E63AA56}"/>
          </ac:spMkLst>
        </pc:spChg>
        <pc:spChg chg="add del">
          <ac:chgData name="Abubakar Dangi Umar" userId="S::abubakar.umar@ue-germany.de::a1ce9336-283f-4d21-9740-cdb875ed2da0" providerId="AD" clId="Web-{ECB4DD7B-9B98-3511-8502-B97CFA32202C}" dt="2026-07-28T14:57:50.587" v="155"/>
          <ac:spMkLst>
            <pc:docMk/>
            <pc:sldMk cId="1533725226" sldId="261"/>
            <ac:spMk id="16" creationId="{F68B3F68-107C-434F-AA38-110D5EA91B85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4:57:50.587" v="156"/>
          <ac:spMkLst>
            <pc:docMk/>
            <pc:sldMk cId="1533725226" sldId="261"/>
            <ac:spMk id="19" creationId="{E1E87F6E-72A7-6D5C-94D9-071E893905D0}"/>
          </ac:spMkLst>
        </pc:spChg>
        <pc:graphicFrameChg chg="add del">
          <ac:chgData name="Abubakar Dangi Umar" userId="S::abubakar.umar@ue-germany.de::a1ce9336-283f-4d21-9740-cdb875ed2da0" providerId="AD" clId="Web-{ECB4DD7B-9B98-3511-8502-B97CFA32202C}" dt="2026-07-28T14:57:50.587" v="155"/>
          <ac:graphicFrameMkLst>
            <pc:docMk/>
            <pc:sldMk cId="1533725226" sldId="261"/>
            <ac:graphicFrameMk id="17" creationId="{F55B569D-2F8A-03E5-9D1A-6E993C8333D1}"/>
          </ac:graphicFrameMkLst>
        </pc:graphicFrameChg>
        <pc:picChg chg="add del">
          <ac:chgData name="Abubakar Dangi Umar" userId="S::abubakar.umar@ue-germany.de::a1ce9336-283f-4d21-9740-cdb875ed2da0" providerId="AD" clId="Web-{ECB4DD7B-9B98-3511-8502-B97CFA32202C}" dt="2026-07-28T14:57:45.696" v="153"/>
          <ac:picMkLst>
            <pc:docMk/>
            <pc:sldMk cId="1533725226" sldId="261"/>
            <ac:picMk id="5" creationId="{258F85A9-5BAF-B3DA-6CFA-F09B28E20BCA}"/>
          </ac:picMkLst>
        </pc:picChg>
      </pc:sldChg>
      <pc:sldChg chg="addSp modSp new mod setBg">
        <pc:chgData name="Abubakar Dangi Umar" userId="S::abubakar.umar@ue-germany.de::a1ce9336-283f-4d21-9740-cdb875ed2da0" providerId="AD" clId="Web-{ECB4DD7B-9B98-3511-8502-B97CFA32202C}" dt="2026-07-28T14:59:37.965" v="171"/>
        <pc:sldMkLst>
          <pc:docMk/>
          <pc:sldMk cId="1514893104" sldId="262"/>
        </pc:sldMkLst>
        <pc:spChg chg="mod">
          <ac:chgData name="Abubakar Dangi Umar" userId="S::abubakar.umar@ue-germany.de::a1ce9336-283f-4d21-9740-cdb875ed2da0" providerId="AD" clId="Web-{ECB4DD7B-9B98-3511-8502-B97CFA32202C}" dt="2026-07-28T14:59:37.965" v="171"/>
          <ac:spMkLst>
            <pc:docMk/>
            <pc:sldMk cId="1514893104" sldId="262"/>
            <ac:spMk id="2" creationId="{3A13E511-8134-586F-239F-24A211C968D5}"/>
          </ac:spMkLst>
        </pc:spChg>
        <pc:spChg chg="mod">
          <ac:chgData name="Abubakar Dangi Umar" userId="S::abubakar.umar@ue-germany.de::a1ce9336-283f-4d21-9740-cdb875ed2da0" providerId="AD" clId="Web-{ECB4DD7B-9B98-3511-8502-B97CFA32202C}" dt="2026-07-28T14:59:37.965" v="171"/>
          <ac:spMkLst>
            <pc:docMk/>
            <pc:sldMk cId="1514893104" sldId="262"/>
            <ac:spMk id="3" creationId="{0E18C782-FFC1-E063-B663-E1B290C9D017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4:59:37.965" v="171"/>
          <ac:spMkLst>
            <pc:docMk/>
            <pc:sldMk cId="1514893104" sldId="262"/>
            <ac:spMk id="8" creationId="{100EDD19-6802-4EC3-95CE-CFFAB042CFD6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4:59:37.965" v="171"/>
          <ac:spMkLst>
            <pc:docMk/>
            <pc:sldMk cId="1514893104" sldId="262"/>
            <ac:spMk id="10" creationId="{DB17E863-922E-4C26-BD64-E8FD41D28661}"/>
          </ac:spMkLst>
        </pc:spChg>
      </pc:sldChg>
      <pc:sldChg chg="addSp modSp new mod setBg">
        <pc:chgData name="Abubakar Dangi Umar" userId="S::abubakar.umar@ue-germany.de::a1ce9336-283f-4d21-9740-cdb875ed2da0" providerId="AD" clId="Web-{ECB4DD7B-9B98-3511-8502-B97CFA32202C}" dt="2026-07-28T14:59:43.247" v="172"/>
        <pc:sldMkLst>
          <pc:docMk/>
          <pc:sldMk cId="1840086290" sldId="263"/>
        </pc:sldMkLst>
        <pc:spChg chg="mod">
          <ac:chgData name="Abubakar Dangi Umar" userId="S::abubakar.umar@ue-germany.de::a1ce9336-283f-4d21-9740-cdb875ed2da0" providerId="AD" clId="Web-{ECB4DD7B-9B98-3511-8502-B97CFA32202C}" dt="2026-07-28T14:59:43.247" v="172"/>
          <ac:spMkLst>
            <pc:docMk/>
            <pc:sldMk cId="1840086290" sldId="263"/>
            <ac:spMk id="2" creationId="{B1C0D20F-82FF-228E-9295-1075367F77D5}"/>
          </ac:spMkLst>
        </pc:spChg>
        <pc:spChg chg="mod">
          <ac:chgData name="Abubakar Dangi Umar" userId="S::abubakar.umar@ue-germany.de::a1ce9336-283f-4d21-9740-cdb875ed2da0" providerId="AD" clId="Web-{ECB4DD7B-9B98-3511-8502-B97CFA32202C}" dt="2026-07-28T14:59:43.247" v="172"/>
          <ac:spMkLst>
            <pc:docMk/>
            <pc:sldMk cId="1840086290" sldId="263"/>
            <ac:spMk id="3" creationId="{73CC6151-5BD1-B3B1-6583-5805AC72C9A0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4:59:43.247" v="172"/>
          <ac:spMkLst>
            <pc:docMk/>
            <pc:sldMk cId="1840086290" sldId="263"/>
            <ac:spMk id="8" creationId="{100EDD19-6802-4EC3-95CE-CFFAB042CFD6}"/>
          </ac:spMkLst>
        </pc:spChg>
        <pc:spChg chg="add">
          <ac:chgData name="Abubakar Dangi Umar" userId="S::abubakar.umar@ue-germany.de::a1ce9336-283f-4d21-9740-cdb875ed2da0" providerId="AD" clId="Web-{ECB4DD7B-9B98-3511-8502-B97CFA32202C}" dt="2026-07-28T14:59:43.247" v="172"/>
          <ac:spMkLst>
            <pc:docMk/>
            <pc:sldMk cId="1840086290" sldId="263"/>
            <ac:spMk id="10" creationId="{DB17E863-922E-4C26-BD64-E8FD41D2866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037" y="1298448"/>
            <a:ext cx="5895178" cy="4099642"/>
          </a:xfrm>
        </p:spPr>
        <p:txBody>
          <a:bodyPr anchor="b">
            <a:normAutofit/>
          </a:bodyPr>
          <a:lstStyle/>
          <a:p>
            <a:pPr algn="l"/>
            <a:r>
              <a:rPr lang="en-GB" sz="4100" b="1">
                <a:solidFill>
                  <a:srgbClr val="FFFFFF"/>
                </a:solidFill>
              </a:rPr>
              <a:t>IoT-Enabled Supply Chain Monitoring:</a:t>
            </a:r>
            <a:endParaRPr lang="en-US" sz="4100" b="1">
              <a:solidFill>
                <a:srgbClr val="FFFFFF"/>
              </a:solidFill>
            </a:endParaRPr>
          </a:p>
          <a:p>
            <a:pPr algn="l"/>
            <a:r>
              <a:rPr lang="en-GB" sz="4100">
                <a:solidFill>
                  <a:srgbClr val="FFFFFF"/>
                </a:solidFill>
              </a:rPr>
              <a:t>Cold-Chain Risk Detection, Environmental Visibility and Supply Chain Transparency</a:t>
            </a:r>
          </a:p>
          <a:p>
            <a:pPr algn="l"/>
            <a:endParaRPr lang="en-GB" sz="41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48600" y="1122363"/>
            <a:ext cx="3505200" cy="42695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GB"/>
              <a:t>Abubakar Umar Dangi</a:t>
            </a:r>
            <a:endParaRPr lang="en-US"/>
          </a:p>
          <a:p>
            <a:pPr algn="l"/>
            <a:r>
              <a:rPr lang="en-GB"/>
              <a:t>Msc – Data Science</a:t>
            </a:r>
          </a:p>
          <a:p>
            <a:pPr algn="l"/>
            <a:r>
              <a:rPr lang="en-GB"/>
              <a:t>Data Visulazation</a:t>
            </a:r>
          </a:p>
        </p:txBody>
      </p:sp>
      <p:sp>
        <p:nvSpPr>
          <p:cNvPr id="21" name="sketch line 1">
            <a:extLst>
              <a:ext uri="{FF2B5EF4-FFF2-40B4-BE49-F238E27FC236}">
                <a16:creationId xmlns:a16="http://schemas.microsoft.com/office/drawing/2014/main" id="{32C5B66D-E390-4A14-AB60-69626CBF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62635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646273DA-F933-4D17-A5FE-B1EF87FD7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sX0" fmla="*/ 0 w 3479619"/>
              <a:gd name="csY0" fmla="*/ 0 h 18288"/>
              <a:gd name="csX1" fmla="*/ 661128 w 3479619"/>
              <a:gd name="csY1" fmla="*/ 0 h 18288"/>
              <a:gd name="csX2" fmla="*/ 1357051 w 3479619"/>
              <a:gd name="csY2" fmla="*/ 0 h 18288"/>
              <a:gd name="csX3" fmla="*/ 2087771 w 3479619"/>
              <a:gd name="csY3" fmla="*/ 0 h 18288"/>
              <a:gd name="csX4" fmla="*/ 2818491 w 3479619"/>
              <a:gd name="csY4" fmla="*/ 0 h 18288"/>
              <a:gd name="csX5" fmla="*/ 3479619 w 3479619"/>
              <a:gd name="csY5" fmla="*/ 0 h 18288"/>
              <a:gd name="csX6" fmla="*/ 3479619 w 3479619"/>
              <a:gd name="csY6" fmla="*/ 18288 h 18288"/>
              <a:gd name="csX7" fmla="*/ 2714103 w 3479619"/>
              <a:gd name="csY7" fmla="*/ 18288 h 18288"/>
              <a:gd name="csX8" fmla="*/ 1948587 w 3479619"/>
              <a:gd name="csY8" fmla="*/ 18288 h 18288"/>
              <a:gd name="csX9" fmla="*/ 1252663 w 3479619"/>
              <a:gd name="csY9" fmla="*/ 18288 h 18288"/>
              <a:gd name="csX10" fmla="*/ 0 w 3479619"/>
              <a:gd name="csY10" fmla="*/ 18288 h 18288"/>
              <a:gd name="csX11" fmla="*/ 0 w 3479619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75BF7-AD92-65B3-8D9B-5945D3B4B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u="sng">
                <a:ea typeface="+mj-lt"/>
                <a:cs typeface="+mj-lt"/>
              </a:rPr>
              <a:t>Project Overview</a:t>
            </a:r>
            <a:endParaRPr lang="en-US" sz="5400" b="1" u="sng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8645E-1123-98E8-0ACC-71C724719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200">
                <a:ea typeface="+mn-lt"/>
                <a:cs typeface="+mn-lt"/>
              </a:rPr>
              <a:t>This project investigates how IoT sensor data can improve cold-chain supply chain monitoring. Temperature readings, shipment locations and carbon emissions were analysed to identify operational risks and demonstrate how interactive visualisation supports logistics decision-making.</a:t>
            </a:r>
          </a:p>
          <a:p>
            <a:pPr marL="0" indent="0">
              <a:buNone/>
            </a:pPr>
            <a:r>
              <a:rPr lang="en-GB" sz="2200" b="1" u="sng">
                <a:ea typeface="+mn-lt"/>
                <a:cs typeface="+mn-lt"/>
              </a:rPr>
              <a:t>Objectives.</a:t>
            </a:r>
            <a:endParaRPr lang="en-GB" sz="2200" b="1" u="sng"/>
          </a:p>
          <a:p>
            <a:r>
              <a:rPr lang="en-GB" sz="2200">
                <a:ea typeface="+mn-lt"/>
                <a:cs typeface="+mn-lt"/>
              </a:rPr>
              <a:t>Monitor shipment temperature. </a:t>
            </a:r>
            <a:endParaRPr lang="en-GB" sz="2200"/>
          </a:p>
          <a:p>
            <a:r>
              <a:rPr lang="en-GB" sz="2200">
                <a:ea typeface="+mn-lt"/>
                <a:cs typeface="+mn-lt"/>
              </a:rPr>
              <a:t>Detect operational risk. </a:t>
            </a:r>
            <a:endParaRPr lang="en-GB" sz="2200"/>
          </a:p>
          <a:p>
            <a:r>
              <a:rPr lang="en-GB" sz="2200">
                <a:ea typeface="+mn-lt"/>
                <a:cs typeface="+mn-lt"/>
              </a:rPr>
              <a:t>Visualise supply chain performance using an interactive dashboard.</a:t>
            </a:r>
            <a:endParaRPr lang="en-GB" sz="2200"/>
          </a:p>
          <a:p>
            <a:endParaRPr lang="en-GB" sz="2200"/>
          </a:p>
        </p:txBody>
      </p:sp>
    </p:spTree>
    <p:extLst>
      <p:ext uri="{BB962C8B-B14F-4D97-AF65-F5344CB8AC3E}">
        <p14:creationId xmlns:p14="http://schemas.microsoft.com/office/powerpoint/2010/main" val="289607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C32DF3D-3F59-481D-A237-77C31AD49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0031FD-B293-7C4D-901E-85B0408C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43467"/>
            <a:ext cx="3840480" cy="5571066"/>
          </a:xfrm>
        </p:spPr>
        <p:txBody>
          <a:bodyPr anchor="ctr">
            <a:normAutofit/>
          </a:bodyPr>
          <a:lstStyle/>
          <a:p>
            <a:r>
              <a:rPr lang="en-GB" sz="5400" b="1" u="sng">
                <a:ea typeface="+mj-lt"/>
                <a:cs typeface="+mj-lt"/>
              </a:rPr>
              <a:t>Dataset</a:t>
            </a:r>
            <a:endParaRPr lang="en-US" sz="5400" b="1" u="sng">
              <a:ea typeface="+mj-lt"/>
              <a:cs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F02326-30C4-4095-988F-932A425AE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39686" y="0"/>
            <a:ext cx="7152315" cy="6858000"/>
          </a:xfrm>
          <a:custGeom>
            <a:avLst/>
            <a:gdLst>
              <a:gd name="connsiteX0" fmla="*/ 17101 w 7152315"/>
              <a:gd name="connsiteY0" fmla="*/ 0 h 6858000"/>
              <a:gd name="connsiteX1" fmla="*/ 7152315 w 7152315"/>
              <a:gd name="connsiteY1" fmla="*/ 0 h 6858000"/>
              <a:gd name="connsiteX2" fmla="*/ 7152315 w 7152315"/>
              <a:gd name="connsiteY2" fmla="*/ 6858000 h 6858000"/>
              <a:gd name="connsiteX3" fmla="*/ 15999 w 7152315"/>
              <a:gd name="connsiteY3" fmla="*/ 6858000 h 6858000"/>
              <a:gd name="connsiteX4" fmla="*/ 9729 w 7152315"/>
              <a:gd name="connsiteY4" fmla="*/ 6734157 h 6858000"/>
              <a:gd name="connsiteX5" fmla="*/ 15819 w 7152315"/>
              <a:gd name="connsiteY5" fmla="*/ 6122264 h 6858000"/>
              <a:gd name="connsiteX6" fmla="*/ 11379 w 7152315"/>
              <a:gd name="connsiteY6" fmla="*/ 5614784 h 6858000"/>
              <a:gd name="connsiteX7" fmla="*/ 20006 w 7152315"/>
              <a:gd name="connsiteY7" fmla="*/ 5204359 h 6858000"/>
              <a:gd name="connsiteX8" fmla="*/ 16962 w 7152315"/>
              <a:gd name="connsiteY8" fmla="*/ 4811696 h 6858000"/>
              <a:gd name="connsiteX9" fmla="*/ 13409 w 7152315"/>
              <a:gd name="connsiteY9" fmla="*/ 4358135 h 6858000"/>
              <a:gd name="connsiteX10" fmla="*/ 12774 w 7152315"/>
              <a:gd name="connsiteY10" fmla="*/ 4038423 h 6858000"/>
              <a:gd name="connsiteX11" fmla="*/ 10110 w 7152315"/>
              <a:gd name="connsiteY11" fmla="*/ 3630663 h 6858000"/>
              <a:gd name="connsiteX12" fmla="*/ 16581 w 7152315"/>
              <a:gd name="connsiteY12" fmla="*/ 3275427 h 6858000"/>
              <a:gd name="connsiteX13" fmla="*/ 27872 w 7152315"/>
              <a:gd name="connsiteY13" fmla="*/ 2871219 h 6858000"/>
              <a:gd name="connsiteX14" fmla="*/ 17596 w 7152315"/>
              <a:gd name="connsiteY14" fmla="*/ 2235600 h 6858000"/>
              <a:gd name="connsiteX15" fmla="*/ 14170 w 7152315"/>
              <a:gd name="connsiteY15" fmla="*/ 1894827 h 6858000"/>
              <a:gd name="connsiteX16" fmla="*/ 11632 w 7152315"/>
              <a:gd name="connsiteY16" fmla="*/ 1603026 h 6858000"/>
              <a:gd name="connsiteX17" fmla="*/ 14551 w 7152315"/>
              <a:gd name="connsiteY17" fmla="*/ 1307799 h 6858000"/>
              <a:gd name="connsiteX18" fmla="*/ 14551 w 7152315"/>
              <a:gd name="connsiteY18" fmla="*/ 887733 h 6858000"/>
              <a:gd name="connsiteX19" fmla="*/ 849 w 7152315"/>
              <a:gd name="connsiteY19" fmla="*/ 349169 h 6858000"/>
              <a:gd name="connsiteX20" fmla="*/ 1404 w 7152315"/>
              <a:gd name="connsiteY20" fmla="*/ 1605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152315" h="6858000">
                <a:moveTo>
                  <a:pt x="17101" y="0"/>
                </a:moveTo>
                <a:lnTo>
                  <a:pt x="7152315" y="0"/>
                </a:lnTo>
                <a:lnTo>
                  <a:pt x="7152315" y="6858000"/>
                </a:lnTo>
                <a:lnTo>
                  <a:pt x="15999" y="6858000"/>
                </a:lnTo>
                <a:lnTo>
                  <a:pt x="9729" y="6734157"/>
                </a:lnTo>
                <a:cubicBezTo>
                  <a:pt x="5924" y="6530150"/>
                  <a:pt x="12521" y="6326271"/>
                  <a:pt x="15819" y="6122264"/>
                </a:cubicBezTo>
                <a:cubicBezTo>
                  <a:pt x="18484" y="5952766"/>
                  <a:pt x="-1689" y="5783013"/>
                  <a:pt x="11379" y="5614784"/>
                </a:cubicBezTo>
                <a:cubicBezTo>
                  <a:pt x="22112" y="5478259"/>
                  <a:pt x="24992" y="5341214"/>
                  <a:pt x="20006" y="5204359"/>
                </a:cubicBezTo>
                <a:cubicBezTo>
                  <a:pt x="14932" y="5073429"/>
                  <a:pt x="13917" y="4942537"/>
                  <a:pt x="16962" y="4811696"/>
                </a:cubicBezTo>
                <a:cubicBezTo>
                  <a:pt x="20640" y="4660467"/>
                  <a:pt x="16962" y="4509238"/>
                  <a:pt x="13409" y="4358135"/>
                </a:cubicBezTo>
                <a:cubicBezTo>
                  <a:pt x="10872" y="4251565"/>
                  <a:pt x="10998" y="4144994"/>
                  <a:pt x="12774" y="4038423"/>
                </a:cubicBezTo>
                <a:cubicBezTo>
                  <a:pt x="15185" y="3902545"/>
                  <a:pt x="19879" y="3766540"/>
                  <a:pt x="10110" y="3630663"/>
                </a:cubicBezTo>
                <a:cubicBezTo>
                  <a:pt x="1178" y="3512306"/>
                  <a:pt x="3347" y="3393378"/>
                  <a:pt x="16581" y="3275427"/>
                </a:cubicBezTo>
                <a:cubicBezTo>
                  <a:pt x="33403" y="3141377"/>
                  <a:pt x="37183" y="3006006"/>
                  <a:pt x="27872" y="2871219"/>
                </a:cubicBezTo>
                <a:cubicBezTo>
                  <a:pt x="11315" y="2659765"/>
                  <a:pt x="7890" y="2447486"/>
                  <a:pt x="17596" y="2235600"/>
                </a:cubicBezTo>
                <a:cubicBezTo>
                  <a:pt x="22797" y="2122038"/>
                  <a:pt x="21655" y="2008261"/>
                  <a:pt x="14170" y="1894827"/>
                </a:cubicBezTo>
                <a:cubicBezTo>
                  <a:pt x="8144" y="1797670"/>
                  <a:pt x="7294" y="1700272"/>
                  <a:pt x="11632" y="1603026"/>
                </a:cubicBezTo>
                <a:cubicBezTo>
                  <a:pt x="15566" y="1504575"/>
                  <a:pt x="17215" y="1406124"/>
                  <a:pt x="14551" y="1307799"/>
                </a:cubicBezTo>
                <a:cubicBezTo>
                  <a:pt x="10872" y="1168242"/>
                  <a:pt x="10110" y="1027798"/>
                  <a:pt x="14551" y="887733"/>
                </a:cubicBezTo>
                <a:cubicBezTo>
                  <a:pt x="20894" y="708085"/>
                  <a:pt x="3132" y="528817"/>
                  <a:pt x="849" y="349169"/>
                </a:cubicBezTo>
                <a:cubicBezTo>
                  <a:pt x="24" y="286241"/>
                  <a:pt x="-769" y="223346"/>
                  <a:pt x="1404" y="16059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85210-19F2-6CB6-E4D5-13C4F7A41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696" y="643467"/>
            <a:ext cx="5788152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sz="2200">
                <a:solidFill>
                  <a:srgbClr val="FFFFFF"/>
                </a:solidFill>
                <a:ea typeface="+mn-lt"/>
                <a:cs typeface="+mn-lt"/>
              </a:rPr>
              <a:t>The project analysed a simulated IoT cold-chain shipment dataset consisting of four shipments and 580 sensor readings collected throughout the transportation process.</a:t>
            </a:r>
            <a:endParaRPr lang="en-US" sz="22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GB" sz="2200" b="1">
                <a:solidFill>
                  <a:srgbClr val="FFFFFF"/>
                </a:solidFill>
                <a:ea typeface="+mn-lt"/>
                <a:cs typeface="+mn-lt"/>
              </a:rPr>
              <a:t>Each sensor record contained:</a:t>
            </a:r>
            <a:endParaRPr lang="en-GB" sz="2200" b="1">
              <a:solidFill>
                <a:srgbClr val="FFFFFF"/>
              </a:solidFill>
            </a:endParaRPr>
          </a:p>
          <a:p>
            <a:r>
              <a:rPr lang="en-GB" sz="2200">
                <a:solidFill>
                  <a:srgbClr val="FFFFFF"/>
                </a:solidFill>
                <a:ea typeface="+mn-lt"/>
                <a:cs typeface="+mn-lt"/>
              </a:rPr>
              <a:t>• Shipment ID</a:t>
            </a:r>
            <a:endParaRPr lang="en-GB" sz="2200">
              <a:solidFill>
                <a:srgbClr val="FFFFFF"/>
              </a:solidFill>
            </a:endParaRPr>
          </a:p>
          <a:p>
            <a:r>
              <a:rPr lang="en-GB" sz="2200">
                <a:solidFill>
                  <a:srgbClr val="FFFFFF"/>
                </a:solidFill>
                <a:ea typeface="+mn-lt"/>
                <a:cs typeface="+mn-lt"/>
              </a:rPr>
              <a:t>• Timestamp</a:t>
            </a:r>
            <a:endParaRPr lang="en-GB" sz="2200">
              <a:solidFill>
                <a:srgbClr val="FFFFFF"/>
              </a:solidFill>
            </a:endParaRPr>
          </a:p>
          <a:p>
            <a:r>
              <a:rPr lang="en-GB" sz="2200">
                <a:solidFill>
                  <a:srgbClr val="FFFFFF"/>
                </a:solidFill>
                <a:ea typeface="+mn-lt"/>
                <a:cs typeface="+mn-lt"/>
              </a:rPr>
              <a:t>• GPS location</a:t>
            </a:r>
            <a:endParaRPr lang="en-GB" sz="2200">
              <a:solidFill>
                <a:srgbClr val="FFFFFF"/>
              </a:solidFill>
            </a:endParaRPr>
          </a:p>
          <a:p>
            <a:r>
              <a:rPr lang="en-GB" sz="2200">
                <a:solidFill>
                  <a:srgbClr val="FFFFFF"/>
                </a:solidFill>
                <a:ea typeface="+mn-lt"/>
                <a:cs typeface="+mn-lt"/>
              </a:rPr>
              <a:t>• Temperature</a:t>
            </a:r>
            <a:endParaRPr lang="en-GB" sz="2200">
              <a:solidFill>
                <a:srgbClr val="FFFFFF"/>
              </a:solidFill>
            </a:endParaRPr>
          </a:p>
          <a:p>
            <a:r>
              <a:rPr lang="en-GB" sz="2200">
                <a:solidFill>
                  <a:srgbClr val="FFFFFF"/>
                </a:solidFill>
                <a:ea typeface="+mn-lt"/>
                <a:cs typeface="+mn-lt"/>
              </a:rPr>
              <a:t>• Journey stage</a:t>
            </a:r>
            <a:endParaRPr lang="en-GB" sz="2200">
              <a:solidFill>
                <a:srgbClr val="FFFFFF"/>
              </a:solidFill>
            </a:endParaRPr>
          </a:p>
          <a:p>
            <a:r>
              <a:rPr lang="en-GB" sz="2200">
                <a:solidFill>
                  <a:srgbClr val="FFFFFF"/>
                </a:solidFill>
                <a:ea typeface="+mn-lt"/>
                <a:cs typeface="+mn-lt"/>
              </a:rPr>
              <a:t>• Carbon dioxide emissions</a:t>
            </a:r>
            <a:endParaRPr lang="en-GB" sz="2200">
              <a:solidFill>
                <a:srgbClr val="FFFFFF"/>
              </a:solidFill>
            </a:endParaRPr>
          </a:p>
          <a:p>
            <a:r>
              <a:rPr lang="en-GB" sz="2200">
                <a:solidFill>
                  <a:srgbClr val="FFFFFF"/>
                </a:solidFill>
                <a:ea typeface="+mn-lt"/>
                <a:cs typeface="+mn-lt"/>
              </a:rPr>
              <a:t>• Temperature alerts</a:t>
            </a:r>
            <a:endParaRPr lang="en-GB" sz="2200">
              <a:solidFill>
                <a:srgbClr val="FFFFFF"/>
              </a:solidFill>
            </a:endParaRPr>
          </a:p>
          <a:p>
            <a:r>
              <a:rPr lang="en-GB" sz="2200">
                <a:solidFill>
                  <a:srgbClr val="FFFFFF"/>
                </a:solidFill>
                <a:ea typeface="+mn-lt"/>
                <a:cs typeface="+mn-lt"/>
              </a:rPr>
              <a:t>• Risk level</a:t>
            </a:r>
            <a:endParaRPr lang="en-GB" sz="2200">
              <a:solidFill>
                <a:srgbClr val="FFFFFF"/>
              </a:solidFill>
            </a:endParaRPr>
          </a:p>
          <a:p>
            <a:endParaRPr lang="en-GB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35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00A6B0-F36B-D0BE-4EB4-07AEE5499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>
                <a:ea typeface="+mj-lt"/>
                <a:cs typeface="+mj-lt"/>
              </a:rPr>
              <a:t>KEY ANALYTICAL FINDINGS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815D1-6FAD-076E-E635-719408190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000">
                <a:ea typeface="+mn-lt"/>
                <a:cs typeface="+mn-lt"/>
              </a:rPr>
              <a:t>The notebook investigated ten analytical questions to understand shipment performance and operational risk.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The main findings were: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Temperature exceeded safe thresholds in selected shipments.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Alert frequency varied considerably between shipments.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Operational risk increased during the middle stages of transport.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Carbon emissions accumulated progressively throughout the shipment journey.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Real-time monitoring detected temperature breaches approximately 3.86 hours earlier than checkpoint monitoring.</a:t>
            </a:r>
            <a:endParaRPr lang="en-GB" sz="2000"/>
          </a:p>
          <a:p>
            <a:r>
              <a:rPr lang="en-GB" sz="2000">
                <a:ea typeface="+mn-lt"/>
                <a:cs typeface="+mn-lt"/>
              </a:rPr>
              <a:t>• IoT monitoring provides improved visibility for logistics managers and supports faster operational decision-making.</a:t>
            </a:r>
            <a:endParaRPr lang="en-GB" sz="2000"/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414412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9A4D9C-EA3E-5191-8C30-025D04F68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GB" sz="5400">
                <a:ea typeface="+mj-lt"/>
                <a:cs typeface="+mj-lt"/>
              </a:rPr>
              <a:t>STREAMLIT DASHBOARD</a:t>
            </a:r>
            <a:endParaRPr lang="en-US" sz="5400"/>
          </a:p>
        </p:txBody>
      </p:sp>
      <p:sp>
        <p:nvSpPr>
          <p:cNvPr id="4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CCE69-6AE1-D9C3-4BE9-CBD55C042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1000"/>
              <a:t>Interactive Dashboard</a:t>
            </a:r>
          </a:p>
          <a:p>
            <a:r>
              <a:rPr lang="en-GB" sz="1000">
                <a:ea typeface="+mn-lt"/>
                <a:cs typeface="+mn-lt"/>
              </a:rPr>
              <a:t>An interactive Streamlit dashboard was developed to enable real-time exploration of shipment performance.</a:t>
            </a:r>
            <a:endParaRPr lang="en-GB" sz="1000"/>
          </a:p>
          <a:p>
            <a:r>
              <a:rPr lang="en-GB" sz="1000">
                <a:ea typeface="+mn-lt"/>
                <a:cs typeface="+mn-lt"/>
              </a:rPr>
              <a:t>The dashboard includes the following sections:</a:t>
            </a:r>
            <a:endParaRPr lang="en-GB" sz="1000"/>
          </a:p>
          <a:p>
            <a:r>
              <a:rPr lang="en-GB" sz="1000"/>
              <a:t>Executive Overview</a:t>
            </a:r>
          </a:p>
          <a:p>
            <a:r>
              <a:rPr lang="en-GB" sz="1000">
                <a:ea typeface="+mn-lt"/>
                <a:cs typeface="+mn-lt"/>
              </a:rPr>
              <a:t>Displays key performance indicators including shipment count, sensor readings, temperature alerts, average maximum temperature, and average detection latency.</a:t>
            </a:r>
            <a:endParaRPr lang="en-GB" sz="1000"/>
          </a:p>
          <a:p>
            <a:r>
              <a:rPr lang="en-GB" sz="1000"/>
              <a:t>Journey &amp; Sensors</a:t>
            </a:r>
          </a:p>
          <a:p>
            <a:r>
              <a:rPr lang="en-GB" sz="1000">
                <a:ea typeface="+mn-lt"/>
                <a:cs typeface="+mn-lt"/>
              </a:rPr>
              <a:t>Displays shipment routes, GPS locations, and environmental sensor measurements collected throughout the transportation process.</a:t>
            </a:r>
            <a:endParaRPr lang="en-GB" sz="1000"/>
          </a:p>
          <a:p>
            <a:r>
              <a:rPr lang="en-GB" sz="1000"/>
              <a:t>Alerts &amp; Risk</a:t>
            </a:r>
          </a:p>
          <a:p>
            <a:r>
              <a:rPr lang="en-GB" sz="1000">
                <a:ea typeface="+mn-lt"/>
                <a:cs typeface="+mn-lt"/>
              </a:rPr>
              <a:t>Highlights temperature threshold breaches, high-risk shipments, and the stages where alerts occur most frequently.</a:t>
            </a:r>
            <a:endParaRPr lang="en-GB" sz="1000"/>
          </a:p>
          <a:p>
            <a:r>
              <a:rPr lang="en-GB" sz="1000"/>
              <a:t>Detection Speed</a:t>
            </a:r>
          </a:p>
          <a:p>
            <a:r>
              <a:rPr lang="en-GB" sz="1000">
                <a:ea typeface="+mn-lt"/>
                <a:cs typeface="+mn-lt"/>
              </a:rPr>
              <a:t>Compares real-time IoT monitoring with traditional checkpoint inspection and demonstrates the time saved through continuous monitoring.</a:t>
            </a:r>
            <a:endParaRPr lang="en-GB" sz="1000"/>
          </a:p>
          <a:p>
            <a:endParaRPr lang="en-GB" sz="1000"/>
          </a:p>
          <a:p>
            <a:endParaRPr lang="en-GB" sz="1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16B70-CCD1-5897-9828-4DC4BAAD9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145987"/>
            <a:ext cx="4014216" cy="17963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18FE22-DDD5-CACE-E0CE-501599421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273240"/>
            <a:ext cx="3995928" cy="178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244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E4A774-2492-427D-E13C-2006244B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u="sng">
                <a:latin typeface="Aptos"/>
              </a:rPr>
              <a:t>Project Results</a:t>
            </a:r>
            <a:endParaRPr lang="en-US" sz="5400"/>
          </a:p>
          <a:p>
            <a:endParaRPr lang="en-GB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1E87F6E-72A7-6D5C-94D9-071E89390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GB" sz="2000">
                <a:ea typeface="+mn-lt"/>
                <a:cs typeface="+mn-lt"/>
              </a:rPr>
              <a:t>The project successfully demonstrated how IoT sensor data can improve cold-chain monitoring and supply chain transparency.</a:t>
            </a:r>
            <a:endParaRPr lang="en-GB" sz="2000"/>
          </a:p>
          <a:p>
            <a:pPr marL="0" indent="0">
              <a:buNone/>
            </a:pPr>
            <a:r>
              <a:rPr lang="en-GB" sz="2000" b="1" u="sng"/>
              <a:t>Results Summary</a:t>
            </a:r>
          </a:p>
          <a:p>
            <a:pPr marL="0" indent="0">
              <a:buNone/>
            </a:pPr>
            <a:r>
              <a:rPr lang="en-GB" sz="2000">
                <a:ea typeface="+mn-lt"/>
                <a:cs typeface="+mn-lt"/>
              </a:rPr>
              <a:t>Four shipments were analysed.</a:t>
            </a:r>
            <a:endParaRPr lang="en-GB" sz="2000"/>
          </a:p>
          <a:p>
            <a:pPr marL="0" indent="0">
              <a:buNone/>
            </a:pPr>
            <a:r>
              <a:rPr lang="en-GB" sz="2000">
                <a:ea typeface="+mn-lt"/>
                <a:cs typeface="+mn-lt"/>
              </a:rPr>
              <a:t>• A total of 580 sensor readings were processed.</a:t>
            </a:r>
            <a:endParaRPr lang="en-GB" sz="2000"/>
          </a:p>
          <a:p>
            <a:pPr marL="0" indent="0">
              <a:buNone/>
            </a:pPr>
            <a:r>
              <a:rPr lang="en-GB" sz="2000">
                <a:ea typeface="+mn-lt"/>
                <a:cs typeface="+mn-lt"/>
              </a:rPr>
              <a:t>• Fifteen temperature alerts were detected.</a:t>
            </a:r>
            <a:endParaRPr lang="en-GB" sz="2000"/>
          </a:p>
          <a:p>
            <a:pPr marL="0" indent="0">
              <a:buNone/>
            </a:pPr>
            <a:r>
              <a:rPr lang="en-GB" sz="2000">
                <a:ea typeface="+mn-lt"/>
                <a:cs typeface="+mn-lt"/>
              </a:rPr>
              <a:t>• The average maximum shipment temperature was approximately 10.8°C.</a:t>
            </a:r>
            <a:endParaRPr lang="en-GB" sz="2000"/>
          </a:p>
          <a:p>
            <a:pPr marL="0" indent="0">
              <a:buNone/>
            </a:pPr>
            <a:r>
              <a:rPr lang="en-GB" sz="2000">
                <a:ea typeface="+mn-lt"/>
                <a:cs typeface="+mn-lt"/>
              </a:rPr>
              <a:t>• Real-time monitoring detected threshold breaches approximately 3.86 hours earlier than checkpoint monitoring.</a:t>
            </a:r>
          </a:p>
          <a:p>
            <a:pPr marL="0" indent="0">
              <a:buNone/>
            </a:pPr>
            <a:r>
              <a:rPr lang="en-GB" sz="2000">
                <a:ea typeface="+mn-lt"/>
                <a:cs typeface="+mn-lt"/>
              </a:rPr>
              <a:t>The results show that continuous IoT monitoring enables earlier detection of operational issues, reduces response time, and supports proactive logistics management.</a:t>
            </a:r>
            <a:endParaRPr lang="en-GB" sz="2000"/>
          </a:p>
          <a:p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533725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3E511-8134-586F-239F-24A211C96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>
                <a:ea typeface="+mj-lt"/>
                <a:cs typeface="+mj-lt"/>
              </a:rPr>
              <a:t>CONCLUSION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8C782-FFC1-E063-B663-E1B290C9D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200">
                <a:ea typeface="+mn-lt"/>
                <a:cs typeface="+mn-lt"/>
              </a:rPr>
              <a:t>This project successfully developed an IoT-enabled supply chain monitoring system capable of analysing shipment temperature, operational risk, and environmental performance.</a:t>
            </a:r>
            <a:endParaRPr lang="en-GB" sz="2200"/>
          </a:p>
          <a:p>
            <a:r>
              <a:rPr lang="en-GB" sz="2200">
                <a:ea typeface="+mn-lt"/>
                <a:cs typeface="+mn-lt"/>
              </a:rPr>
              <a:t>Interactive Plotly visualisations answered ten analytical questions, while the Streamlit dashboard provided an intuitive platform for monitoring shipment conditions and supporting operational decision-making.</a:t>
            </a:r>
            <a:endParaRPr lang="en-GB" sz="2200"/>
          </a:p>
          <a:p>
            <a:r>
              <a:rPr lang="en-GB" sz="2200">
                <a:ea typeface="+mn-lt"/>
                <a:cs typeface="+mn-lt"/>
              </a:rPr>
              <a:t>The findings demonstrate that real-time IoT monitoring significantly improves visibility across the supply chain and enables earlier detection of temperature threshold breaches compared with traditional checkpoint inspections.</a:t>
            </a:r>
            <a:endParaRPr lang="en-GB" sz="2200"/>
          </a:p>
          <a:p>
            <a:endParaRPr lang="en-GB" sz="2200"/>
          </a:p>
        </p:txBody>
      </p:sp>
    </p:spTree>
    <p:extLst>
      <p:ext uri="{BB962C8B-B14F-4D97-AF65-F5344CB8AC3E}">
        <p14:creationId xmlns:p14="http://schemas.microsoft.com/office/powerpoint/2010/main" val="1514893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C0D20F-82FF-228E-9295-1075367F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>
                <a:ea typeface="+mj-lt"/>
                <a:cs typeface="+mj-lt"/>
              </a:rPr>
              <a:t>RECOMMENDATIONS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C6151-5BD1-B3B1-6583-5805AC72C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200">
                <a:ea typeface="+mn-lt"/>
                <a:cs typeface="+mn-lt"/>
              </a:rPr>
              <a:t>Based on the findings, the following recommendations are proposed:</a:t>
            </a:r>
            <a:endParaRPr lang="en-GB" sz="2200"/>
          </a:p>
          <a:p>
            <a:r>
              <a:rPr lang="en-GB" sz="2200">
                <a:ea typeface="+mn-lt"/>
                <a:cs typeface="+mn-lt"/>
              </a:rPr>
              <a:t>• Integrate live IoT sensor data from real-world logistics operations.</a:t>
            </a:r>
            <a:endParaRPr lang="en-GB" sz="2200"/>
          </a:p>
          <a:p>
            <a:r>
              <a:rPr lang="en-GB" sz="2200">
                <a:ea typeface="+mn-lt"/>
                <a:cs typeface="+mn-lt"/>
              </a:rPr>
              <a:t>• Apply machine learning techniques to predict shipment risk before threshold breaches occur.</a:t>
            </a:r>
            <a:endParaRPr lang="en-GB" sz="2200"/>
          </a:p>
          <a:p>
            <a:r>
              <a:rPr lang="en-GB" sz="2200">
                <a:ea typeface="+mn-lt"/>
                <a:cs typeface="+mn-lt"/>
              </a:rPr>
              <a:t>• Expand the dashboard to monitor larger transportation networks.</a:t>
            </a:r>
            <a:endParaRPr lang="en-GB" sz="2200"/>
          </a:p>
          <a:p>
            <a:r>
              <a:rPr lang="en-GB" sz="2200">
                <a:ea typeface="+mn-lt"/>
                <a:cs typeface="+mn-lt"/>
              </a:rPr>
              <a:t>• Integrate weather conditions, traffic information, and vehicle telemetry to improve prediction accuracy.</a:t>
            </a:r>
            <a:endParaRPr lang="en-GB" sz="2200"/>
          </a:p>
          <a:p>
            <a:r>
              <a:rPr lang="en-GB" sz="2200">
                <a:ea typeface="+mn-lt"/>
                <a:cs typeface="+mn-lt"/>
              </a:rPr>
              <a:t>• Continue using interactive visualisation to support operational and sustainability decision-making.</a:t>
            </a:r>
            <a:endParaRPr lang="en-GB" sz="2200"/>
          </a:p>
          <a:p>
            <a:endParaRPr lang="en-GB" sz="2200"/>
          </a:p>
        </p:txBody>
      </p:sp>
    </p:spTree>
    <p:extLst>
      <p:ext uri="{BB962C8B-B14F-4D97-AF65-F5344CB8AC3E}">
        <p14:creationId xmlns:p14="http://schemas.microsoft.com/office/powerpoint/2010/main" val="1840086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IoT-Enabled Supply Chain Monitoring: Cold-Chain Risk Detection, Environmental Visibility and Supply Chain Transparency </vt:lpstr>
      <vt:lpstr>Project Overview</vt:lpstr>
      <vt:lpstr>Dataset</vt:lpstr>
      <vt:lpstr>KEY ANALYTICAL FINDINGS</vt:lpstr>
      <vt:lpstr>STREAMLIT DASHBOARD</vt:lpstr>
      <vt:lpstr>Project Results </vt:lpstr>
      <vt:lpstr>CONCLUSION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95</cp:revision>
  <dcterms:created xsi:type="dcterms:W3CDTF">2026-07-28T14:42:00Z</dcterms:created>
  <dcterms:modified xsi:type="dcterms:W3CDTF">2026-07-28T15:00:22Z</dcterms:modified>
</cp:coreProperties>
</file>